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90160-4973-07C5-2142-2C52AC598B30}" v="2" dt="2026-10-24T11:58:32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0" d="100"/>
          <a:sy n="60" d="100"/>
        </p:scale>
        <p:origin x="9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12142556-31a1-4578-a6df-1421ecf44cb8::" providerId="AD" clId="Web-{1A790160-4973-07C5-2142-2C52AC598B30}"/>
    <pc:docChg chg="modSld">
      <pc:chgData name="Guest User" userId="S::urn:spo:tenantanon#12142556-31a1-4578-a6df-1421ecf44cb8::" providerId="AD" clId="Web-{1A790160-4973-07C5-2142-2C52AC598B30}" dt="2026-10-24T11:58:32.947" v="1"/>
      <pc:docMkLst>
        <pc:docMk/>
      </pc:docMkLst>
      <pc:sldChg chg="delSp">
        <pc:chgData name="Guest User" userId="S::urn:spo:tenantanon#12142556-31a1-4578-a6df-1421ecf44cb8::" providerId="AD" clId="Web-{1A790160-4973-07C5-2142-2C52AC598B30}" dt="2026-10-24T11:58:32.947" v="1"/>
        <pc:sldMkLst>
          <pc:docMk/>
          <pc:sldMk cId="1832006386" sldId="256"/>
        </pc:sldMkLst>
        <pc:spChg chg="del">
          <ac:chgData name="Guest User" userId="S::urn:spo:tenantanon#12142556-31a1-4578-a6df-1421ecf44cb8::" providerId="AD" clId="Web-{1A790160-4973-07C5-2142-2C52AC598B30}" dt="2026-10-24T11:58:32.947" v="1"/>
          <ac:spMkLst>
            <pc:docMk/>
            <pc:sldMk cId="1832006386" sldId="256"/>
            <ac:spMk id="2" creationId="{AAD37123-1E0B-51C0-2EAE-6FD635F5E6FB}"/>
          </ac:spMkLst>
        </pc:spChg>
        <pc:spChg chg="del">
          <ac:chgData name="Guest User" userId="S::urn:spo:tenantanon#12142556-31a1-4578-a6df-1421ecf44cb8::" providerId="AD" clId="Web-{1A790160-4973-07C5-2142-2C52AC598B30}" dt="2026-10-24T11:58:31.838" v="0"/>
          <ac:spMkLst>
            <pc:docMk/>
            <pc:sldMk cId="1832006386" sldId="256"/>
            <ac:spMk id="3" creationId="{9F731C57-D772-B200-280F-944E0D4D7D50}"/>
          </ac:spMkLst>
        </pc:spChg>
      </pc:sldChg>
    </pc:docChg>
  </pc:docChgLst>
  <pc:docChgLst>
    <pc:chgData name="NYIAYU OLIVIA MIRANDA BAKRIE" userId="c4abbdcc-8e8f-44fb-9006-6f1c59aaa90c" providerId="ADAL" clId="{7B35CA8D-8281-4895-8F82-30F2F04469B6}"/>
    <pc:docChg chg="modMainMaster">
      <pc:chgData name="NYIAYU OLIVIA MIRANDA BAKRIE" userId="c4abbdcc-8e8f-44fb-9006-6f1c59aaa90c" providerId="ADAL" clId="{7B35CA8D-8281-4895-8F82-30F2F04469B6}" dt="2026-09-29T07:49:11.063" v="6"/>
      <pc:docMkLst>
        <pc:docMk/>
      </pc:docMkLst>
      <pc:sldMasterChg chg="addSp delSp modSp setBg">
        <pc:chgData name="NYIAYU OLIVIA MIRANDA BAKRIE" userId="c4abbdcc-8e8f-44fb-9006-6f1c59aaa90c" providerId="ADAL" clId="{7B35CA8D-8281-4895-8F82-30F2F04469B6}" dt="2026-09-29T07:49:11.063" v="6"/>
        <pc:sldMasterMkLst>
          <pc:docMk/>
          <pc:sldMasterMk cId="1251575181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F974-9000-95E6-FD12-6409E238A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9144000" cy="2029033"/>
          </a:xfrm>
        </p:spPr>
        <p:txBody>
          <a:bodyPr anchor="b"/>
          <a:lstStyle>
            <a:lvl1pPr algn="ctr">
              <a:defRPr sz="6000"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891F4-B667-D25F-3690-9004D583D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56990"/>
            <a:ext cx="9144000" cy="1500809"/>
          </a:xfrm>
        </p:spPr>
        <p:txBody>
          <a:bodyPr/>
          <a:lstStyle>
            <a:lvl1pPr marL="0" indent="0" algn="ctr">
              <a:buNone/>
              <a:defRPr sz="2400"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07F2D-B1D6-8394-C09D-D8BC599E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C34F9-E857-BD53-307B-3C15425A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83189-2D8E-EF00-6132-FDC5DCB1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7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D473-B0AF-5EC3-4B4E-2BBF8C56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F5FF-A381-A25A-FF3E-3E4C99A4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43CA8-E79D-296A-4D37-570F8041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4083-7460-8356-6AA4-1C4FA7C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CA8CF-249E-4771-432C-096C982B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F323-BBCD-0D14-03B9-CF1A4E98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3005C-C1C0-A197-9AE2-5654D957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5784-BDE0-0B7F-5B9D-02665CF5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3C839-40BF-0E66-D7C9-B1416902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7B96B-848B-2211-A06A-FB02B210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6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CD81-6D7D-7B8D-9347-7502C1EF5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1541"/>
            <a:ext cx="10515600" cy="8887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DC3FE-99AF-F543-E434-D3A75F37E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09721"/>
            <a:ext cx="5181600" cy="37672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4FD9-4968-F7B8-64A5-798A8AE38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09721"/>
            <a:ext cx="5181600" cy="37672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B3CE-45C2-6972-0EFC-21E6BDE2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D83FE-3562-6B8F-28C3-28CC29B0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1D7A7-EAD6-B92B-4A64-8365F816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9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E0DA-392D-0220-7EB2-E83B5D30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681367"/>
            <a:ext cx="10515600" cy="6570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C22B-56CF-CEA8-A821-CED56CB4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05073"/>
            <a:ext cx="5157787" cy="5622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3E002-A485-987F-43CC-61190DF4D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50703"/>
            <a:ext cx="5157787" cy="30389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07B09-A6C5-B667-14EB-822DD7D9F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2505075"/>
            <a:ext cx="5183188" cy="5622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26D72-7DF8-BC05-D57A-596196455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50703"/>
            <a:ext cx="5183188" cy="3038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B4E11-BB47-4BFB-1B1E-0EB10487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0D496-252C-3864-2837-144649F9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DC971-04D0-9062-2FF4-437686DB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E270-6431-1034-97B8-6D1C6032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81930-B1CB-96DD-55DC-FC9A5410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2BEE9-A17F-15CF-A048-AAD8617B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A3DCE-6024-8354-A4A8-C689855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4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CBD06-E043-42A3-62EE-67F809A7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E9366-980D-3E89-4817-E0898277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B08A8-1913-0E5E-103E-4AFE0308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4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8A39-E18C-1B64-97D2-8654821E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94885"/>
            <a:ext cx="3932237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B6BB-C211-AD83-BAE0-ECCB7076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600200"/>
            <a:ext cx="6172200" cy="4260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B7FBF-52A0-60D3-71D0-FFB1D48E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83565"/>
            <a:ext cx="3932237" cy="31854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E7DB2-7F25-A041-B595-8E3CBB36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13388-E939-D460-2CDC-D74BE760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BF180-3B75-A6A2-466C-44A9242A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23E9-C2E1-B795-9D36-540B6D6E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70382"/>
            <a:ext cx="3932237" cy="11131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021E0-BAF2-3FE3-035A-8DEFB2E9E82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570383"/>
            <a:ext cx="6172200" cy="42906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842A8-41B1-191B-7C45-F4CBD1BF0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63078"/>
            <a:ext cx="3932237" cy="3105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72AE0-9FAD-126E-A4DD-E72A2ACA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BA2CB-2603-70A2-79DC-5F22E9B5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0A808-BA61-F9C6-8BF6-7CFFC049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8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41D7-B857-61FD-EAE1-F5982CD2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2ADBE-B087-B9AC-1377-5F46DD766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BC16-B79C-EFFE-5CE9-D0B1273A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B0426-7678-1646-FA3F-CC9F802C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0B994-728B-3B36-99E8-EC14C875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4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74CEF-5C0E-3C2F-80D7-6D96210D4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630017"/>
            <a:ext cx="2628900" cy="4194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F28EB-AC82-64AD-BFDA-6BCD6C468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30015"/>
            <a:ext cx="7734300" cy="419431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A3E7F-9597-50EE-E32E-1A3F2530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CF88-BEFA-9903-43D4-948AF636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5F70C-CF7E-E26A-D0E7-7BA626E2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3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3BAAE-56B9-0B84-6469-3EAFC3A6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670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9B42A-D122-30CE-B275-B071ED0D8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04051"/>
            <a:ext cx="10515600" cy="357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92E2-7C79-6339-3DCD-B41BF3118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A6B2-A064-4998-B841-6F8CBD2F9CB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30421-8C06-01DE-796D-9EA27121C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49E0E-02F0-96D6-761F-430E75837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B2824-3E90-4EE5-8466-B467A094766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8B1653-53F8-7053-1E95-5DCB06E6D30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4" t="28433" r="5994" b="28311"/>
          <a:stretch>
            <a:fillRect/>
          </a:stretch>
        </p:blipFill>
        <p:spPr>
          <a:xfrm>
            <a:off x="9511748" y="328003"/>
            <a:ext cx="2339008" cy="11496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30175-2411-AC0D-E1C4-8E97B314CF9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50" b="42173"/>
          <a:stretch>
            <a:fillRect/>
          </a:stretch>
        </p:blipFill>
        <p:spPr>
          <a:xfrm>
            <a:off x="341244" y="261589"/>
            <a:ext cx="4091077" cy="825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5EC6FA-A104-DEA9-D790-F907BB3DDC0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5" b="23736"/>
          <a:stretch>
            <a:fillRect/>
          </a:stretch>
        </p:blipFill>
        <p:spPr>
          <a:xfrm>
            <a:off x="6477714" y="4714013"/>
            <a:ext cx="5714286" cy="23456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CA738C-E3DB-9D39-45F8-2F5F3FC0562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5" b="23736"/>
          <a:stretch>
            <a:fillRect/>
          </a:stretch>
        </p:blipFill>
        <p:spPr>
          <a:xfrm flipH="1">
            <a:off x="0" y="3517950"/>
            <a:ext cx="6477713" cy="265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7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00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NYIAYU OLIVIA MIRANDA BAKRIE</dc:creator>
  <cp:lastModifiedBy>NYIAYU OLIVIA MIRANDA BAKRIE</cp:lastModifiedBy>
  <cp:revision>3</cp:revision>
  <dcterms:created xsi:type="dcterms:W3CDTF">2026-09-29T07:35:12Z</dcterms:created>
  <dcterms:modified xsi:type="dcterms:W3CDTF">2026-10-24T11:58:42Z</dcterms:modified>
</cp:coreProperties>
</file>